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44"/>
  </p:notesMasterIdLst>
  <p:sldIdLst>
    <p:sldId id="299" r:id="rId3"/>
    <p:sldId id="278"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313" y="2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2503B4BA-F757-4711-8C80-C664E04EA680}" type="datetimeFigureOut">
              <a:rPr lang="fr-FR" smtClean="0"/>
              <a:t>11/02/2026</a:t>
            </a:fld>
            <a:endParaRPr lang="fr-FR"/>
          </a:p>
        </p:txBody>
      </p:sp>
      <p:sp>
        <p:nvSpPr>
          <p:cNvPr id="4" name="Espace réservé de l'image des diapositives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199C5C84-BEC1-4584-A3C7-7A86430D0E60}" type="slidenum">
              <a:rPr lang="fr-FR" smtClean="0"/>
              <a:t>‹N°›</a:t>
            </a:fld>
            <a:endParaRPr lang="fr-FR"/>
          </a:p>
        </p:txBody>
      </p:sp>
    </p:spTree>
    <p:extLst>
      <p:ext uri="{BB962C8B-B14F-4D97-AF65-F5344CB8AC3E}">
        <p14:creationId xmlns:p14="http://schemas.microsoft.com/office/powerpoint/2010/main" val="2555701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FFD4D2-C8E7-4FAB-93E6-6BB428CACC9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7446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à tous. Aujourd’hui, on commence le module de Compilation. Avant d’entrer dans la partie technique, je veux qu’on comprenne ensemble l’idée générale : un ordinateur ne comprend pas les langages de programmation comme le C, le Java ou le Python. Il comprend uniquement du langage machine, c’est-à-dire une suite de bits. Donc, entre le programme que vous écrivez et ce que la machine exécute réellement, il y a tout un processus de transformation. Ce processus est assuré par des outils comme le compilateur ou l’interpréteur. Dans ce cours, on va étudier en détail comment fonctionne un compilateur, quelles sont ses étapes internes, et quels outils théoriques il utilise. Aujourd’hui, on commence par une vue d’ensemble pour avoir une vision globale et claire du processus de compilation. </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2</a:t>
            </a:fld>
            <a:endParaRPr lang="fr-FR"/>
          </a:p>
        </p:txBody>
      </p:sp>
    </p:spTree>
    <p:extLst>
      <p:ext uri="{BB962C8B-B14F-4D97-AF65-F5344CB8AC3E}">
        <p14:creationId xmlns:p14="http://schemas.microsoft.com/office/powerpoint/2010/main" val="4245802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compilateur est un programme qui lit un programme écrit dans un langage source et le traduit en un programme équivalent dans un langage cible. Le langage source peut être par exemple le C, le C++ ou le Java, et le langage cible est souvent le langage machine ou l’assembleur. Mais attention, le compilateur ne fait pas une simple traduction mot à mot. Il analyse le programme, vérifie qu’il respecte les règles du langage, détecte les erreurs, et construit une version équivalente optimisée pour la machine. On peut donc dire que le compilateur joue à la fois le rôle de traducteur et de vérificateur de programme. </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3</a:t>
            </a:fld>
            <a:endParaRPr lang="fr-FR"/>
          </a:p>
        </p:txBody>
      </p:sp>
    </p:spTree>
    <p:extLst>
      <p:ext uri="{BB962C8B-B14F-4D97-AF65-F5344CB8AC3E}">
        <p14:creationId xmlns:p14="http://schemas.microsoft.com/office/powerpoint/2010/main" val="2690696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compilation se divise en deux grandes parties : l’analyse et la synthèse. La partie analyse sert à comprendre le programme source. On commence par lire le texte du programme, puis on le découpe en éléments plus simples, on vérifie sa structure grammaticale et on s’assure qu’il a un sens du point de vue des types et des déclarations. Ensuite, on construit une représentation interne du programme. La partie synthèse, quant à elle, part de cette représentation interne et construit le programme cible. En résumé, on peut dire que l’analyse sert à comprendre et la synthèse sert à produire le code final.</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4</a:t>
            </a:fld>
            <a:endParaRPr lang="fr-FR"/>
          </a:p>
        </p:txBody>
      </p:sp>
    </p:spTree>
    <p:extLst>
      <p:ext uri="{BB962C8B-B14F-4D97-AF65-F5344CB8AC3E}">
        <p14:creationId xmlns:p14="http://schemas.microsoft.com/office/powerpoint/2010/main" val="2512085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Pendant l’analyse, le compilateur construit une structure appelée arbre abstrait. Cette structure est très importante parce qu’elle représente la logique du programme sous forme hiérarchique. Chaque nœud de l’arbre correspond à une opération, et les fils de ce nœud correspondent aux arguments de cette opération. Contrairement au texte du programme qui est linéaire, l’arbre abstrait permet de représenter clairement l’ordre réel des calculs et la structure des expressions. Cette représentation est ensuite utilisée dans les phases suivantes de la compilation.</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5</a:t>
            </a:fld>
            <a:endParaRPr lang="fr-FR"/>
          </a:p>
        </p:txBody>
      </p:sp>
    </p:spTree>
    <p:extLst>
      <p:ext uri="{BB962C8B-B14F-4D97-AF65-F5344CB8AC3E}">
        <p14:creationId xmlns:p14="http://schemas.microsoft.com/office/powerpoint/2010/main" val="579767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Prenons l’exemple de l’instruction A = B1 + B2 * 60. Mathématiquement, on sait que la multiplication a une priorité plus élevée que l’addition. L’arbre abstrait permet de représenter cette priorité : on calcule d’abord B2 multiplié par 60, ensuite on ajoute B1 au résultat, et enfin on affecte le résultat final à A. Cet exemple montre que l’arbre abstrait ne dépend pas de la façon dont l’expression est écrite dans le texte, mais de sa structure logique.</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6</a:t>
            </a:fld>
            <a:endParaRPr lang="fr-FR"/>
          </a:p>
        </p:txBody>
      </p:sp>
    </p:spTree>
    <p:extLst>
      <p:ext uri="{BB962C8B-B14F-4D97-AF65-F5344CB8AC3E}">
        <p14:creationId xmlns:p14="http://schemas.microsoft.com/office/powerpoint/2010/main" val="1997699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L’analyse est composée de trois phases principales : l’analyse lexicale, l’analyse syntaxique et l’analyse sémantique. L’analyse lexicale travaille au niveau des caractères et regroupe ces caractères en unités significatives appelées lexèmes ou </a:t>
            </a:r>
            <a:r>
              <a:rPr lang="fr-FR" dirty="0" err="1"/>
              <a:t>tokens</a:t>
            </a:r>
            <a:r>
              <a:rPr lang="fr-FR" dirty="0"/>
              <a:t>. L’analyse syntaxique prend ces unités et vérifie si elles respectent les règles de grammaire du langage. Enfin, l’analyse sémantique vérifie que le programme a un sens du point de vue des types, des déclarations et de la cohérence des opérations. Ces trois phases permettent de comprendre correctement le programme source.</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7</a:t>
            </a:fld>
            <a:endParaRPr lang="fr-FR"/>
          </a:p>
        </p:txBody>
      </p:sp>
    </p:spTree>
    <p:extLst>
      <p:ext uri="{BB962C8B-B14F-4D97-AF65-F5344CB8AC3E}">
        <p14:creationId xmlns:p14="http://schemas.microsoft.com/office/powerpoint/2010/main" val="3321086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L’analyse lexicale lit le programme caractère par caractère et le transforme en une suite d’unités appelées </a:t>
            </a:r>
            <a:r>
              <a:rPr lang="fr-FR" dirty="0" err="1"/>
              <a:t>tokens</a:t>
            </a:r>
            <a:r>
              <a:rPr lang="fr-FR" dirty="0"/>
              <a:t>. Par exemple, pour l’instruction A = B1 + B2 * 60, elle produit les </a:t>
            </a:r>
            <a:r>
              <a:rPr lang="fr-FR" dirty="0" err="1"/>
              <a:t>tokens</a:t>
            </a:r>
            <a:r>
              <a:rPr lang="fr-FR" dirty="0"/>
              <a:t> suivants : identificateur A, symbole =, identificateur B1, symbole +, identificateur B2, symbole *, et nombre 60. Les espaces et les commentaires sont généralement ignorés. Cette phase simplifie énormément le travail des phases suivantes en transformant le texte brut en une suite d’éléments structurés.</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8</a:t>
            </a:fld>
            <a:endParaRPr lang="fr-FR"/>
          </a:p>
        </p:txBody>
      </p:sp>
    </p:spTree>
    <p:extLst>
      <p:ext uri="{BB962C8B-B14F-4D97-AF65-F5344CB8AC3E}">
        <p14:creationId xmlns:p14="http://schemas.microsoft.com/office/powerpoint/2010/main" val="2202581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L’analyse syntaxique prend la suite de </a:t>
            </a:r>
            <a:r>
              <a:rPr lang="fr-FR" dirty="0" err="1"/>
              <a:t>tokens</a:t>
            </a:r>
            <a:r>
              <a:rPr lang="fr-FR" dirty="0"/>
              <a:t> produite par l’analyse lexicale et vérifie si elle correspond aux règles de grammaire du langage. Par exemple, on peut avoir des règles comme : un identificateur est une expression, un nombre est une expression, et si e1 et e2 sont des expressions alors e1 + e2 et e1 * e2 sont aussi des expressions. À partir de ces règles, le compilateur construit un arbre syntaxique qui représente la structure grammaticale du programme. Si la structure n’est pas correcte, des erreurs syntaxiques sont détectées.</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9</a:t>
            </a:fld>
            <a:endParaRPr lang="fr-FR"/>
          </a:p>
        </p:txBody>
      </p:sp>
    </p:spTree>
    <p:extLst>
      <p:ext uri="{BB962C8B-B14F-4D97-AF65-F5344CB8AC3E}">
        <p14:creationId xmlns:p14="http://schemas.microsoft.com/office/powerpoint/2010/main" val="414095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Même si un programme est syntaxiquement correct, il peut être sémantiquement faux. L’analyse sémantique vérifie par exemple la compatibilité des types, l’existence des variables, et la cohérence des opérations. Si A, B1 et B2 sont des réels, alors le nombre entier 60 doit être converti en réel 60.0 avant la multiplication. Cette phase utilise beaucoup la table des symboles pour vérifier les informations sur les identificateurs. </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11</a:t>
            </a:fld>
            <a:endParaRPr lang="fr-FR"/>
          </a:p>
        </p:txBody>
      </p:sp>
    </p:spTree>
    <p:extLst>
      <p:ext uri="{BB962C8B-B14F-4D97-AF65-F5344CB8AC3E}">
        <p14:creationId xmlns:p14="http://schemas.microsoft.com/office/powerpoint/2010/main" val="3457394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Après les phases d’analyse, le compilateur produit une représentation appelée code intermédiaire. Ce code est indépendant de la machine cible et plus simple que le langage source. Il utilise souvent des variables temporaires pour découper les calculs complexes en opérations élémentaires. L’objectif est d’avoir une forme de programme facile à optimiser et facile à traduire ensuite en code machine.</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12</a:t>
            </a:fld>
            <a:endParaRPr lang="fr-FR"/>
          </a:p>
        </p:txBody>
      </p:sp>
    </p:spTree>
    <p:extLst>
      <p:ext uri="{BB962C8B-B14F-4D97-AF65-F5344CB8AC3E}">
        <p14:creationId xmlns:p14="http://schemas.microsoft.com/office/powerpoint/2010/main" val="1100309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L’optimisation du code consiste à améliorer le code intermédiaire afin d’obtenir un programme plus efficace. On peut chercher à réduire le nombre d’instructions, à diminuer l’utilisation de la mémoire, ou à accélérer l’exécution. Il est très important de noter que l’optimisation ne doit jamais changer le résultat du programme. Elle doit seulement améliorer ses performances.</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13</a:t>
            </a:fld>
            <a:endParaRPr lang="fr-FR"/>
          </a:p>
        </p:txBody>
      </p:sp>
    </p:spTree>
    <p:extLst>
      <p:ext uri="{BB962C8B-B14F-4D97-AF65-F5344CB8AC3E}">
        <p14:creationId xmlns:p14="http://schemas.microsoft.com/office/powerpoint/2010/main" val="299272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génération du code transforme le code intermédiaire en code cible, souvent en assembleur ou en langage machine. Un point crucial est la gestion des registres du processeur. Le compilateur doit décider quelles variables placer dans quels registres et à quel moment charger ou sauvegarder des valeurs en mémoire. Ces décisions influencent directement la performance du programme final. </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14</a:t>
            </a:fld>
            <a:endParaRPr lang="fr-FR"/>
          </a:p>
        </p:txBody>
      </p:sp>
    </p:spTree>
    <p:extLst>
      <p:ext uri="{BB962C8B-B14F-4D97-AF65-F5344CB8AC3E}">
        <p14:creationId xmlns:p14="http://schemas.microsoft.com/office/powerpoint/2010/main" val="785568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peut regrouper les phases du compilateur en deux grandes parties. Le </a:t>
            </a:r>
            <a:r>
              <a:rPr lang="fr-FR" dirty="0" err="1"/>
              <a:t>front-end</a:t>
            </a:r>
            <a:r>
              <a:rPr lang="fr-FR" dirty="0"/>
              <a:t> contient les phases qui dépendent du langage source : analyse lexicale, syntaxique, sémantique, table des symboles et génération du code intermédiaire. Le </a:t>
            </a:r>
            <a:r>
              <a:rPr lang="fr-FR" dirty="0" err="1"/>
              <a:t>back-end</a:t>
            </a:r>
            <a:r>
              <a:rPr lang="fr-FR" dirty="0"/>
              <a:t> contient les phases qui dépendent de la machine cible : optimisation et génération du code final. Ainsi, si on change de langage, on modifie surtout le </a:t>
            </a:r>
            <a:r>
              <a:rPr lang="fr-FR" dirty="0" err="1"/>
              <a:t>front-end</a:t>
            </a:r>
            <a:r>
              <a:rPr lang="fr-FR" dirty="0"/>
              <a:t>, et si on change de machine, on modifie surtout le </a:t>
            </a:r>
            <a:r>
              <a:rPr lang="fr-FR" dirty="0" err="1"/>
              <a:t>back-end</a:t>
            </a:r>
            <a:r>
              <a:rPr lang="fr-FR" dirty="0"/>
              <a:t>.</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15</a:t>
            </a:fld>
            <a:endParaRPr lang="fr-FR"/>
          </a:p>
        </p:txBody>
      </p:sp>
    </p:spTree>
    <p:extLst>
      <p:ext uri="{BB962C8B-B14F-4D97-AF65-F5344CB8AC3E}">
        <p14:creationId xmlns:p14="http://schemas.microsoft.com/office/powerpoint/2010/main" val="39248667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peut regrouper les phases du compilateur en deux grandes parties. Le </a:t>
            </a:r>
            <a:r>
              <a:rPr lang="fr-FR" dirty="0" err="1"/>
              <a:t>front-end</a:t>
            </a:r>
            <a:r>
              <a:rPr lang="fr-FR" dirty="0"/>
              <a:t> contient les phases qui dépendent du langage source : analyse lexicale, syntaxique, sémantique, table des symboles et génération du code intermédiaire. Le </a:t>
            </a:r>
            <a:r>
              <a:rPr lang="fr-FR" dirty="0" err="1"/>
              <a:t>back-end</a:t>
            </a:r>
            <a:r>
              <a:rPr lang="fr-FR" dirty="0"/>
              <a:t> contient les phases qui dépendent de la machine cible : optimisation et génération du code final. Ainsi, si on change de langage, on modifie surtout le </a:t>
            </a:r>
            <a:r>
              <a:rPr lang="fr-FR" dirty="0" err="1"/>
              <a:t>front-end</a:t>
            </a:r>
            <a:r>
              <a:rPr lang="fr-FR" dirty="0"/>
              <a:t>, et si on change de machine, on modifie surtout le </a:t>
            </a:r>
            <a:r>
              <a:rPr lang="fr-FR" dirty="0" err="1"/>
              <a:t>back-end</a:t>
            </a:r>
            <a:r>
              <a:rPr lang="fr-FR" dirty="0"/>
              <a:t>.</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16</a:t>
            </a:fld>
            <a:endParaRPr lang="fr-FR"/>
          </a:p>
        </p:txBody>
      </p:sp>
    </p:spTree>
    <p:extLst>
      <p:ext uri="{BB962C8B-B14F-4D97-AF65-F5344CB8AC3E}">
        <p14:creationId xmlns:p14="http://schemas.microsoft.com/office/powerpoint/2010/main" val="3603466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table des symboles est une structure de données centrale dans un compilateur. Elle contient, pour chaque identificateur, des informations comme son nom, son type, son adresse mémoire et sa portée. Pour les fonctions, elle contient aussi les paramètres et le type de retour. Cette table est utilisée par presque toutes les phases du compilateur, en particulier par l’analyse sémantique et la génération du code</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20</a:t>
            </a:fld>
            <a:endParaRPr lang="fr-FR"/>
          </a:p>
        </p:txBody>
      </p:sp>
    </p:spTree>
    <p:extLst>
      <p:ext uri="{BB962C8B-B14F-4D97-AF65-F5344CB8AC3E}">
        <p14:creationId xmlns:p14="http://schemas.microsoft.com/office/powerpoint/2010/main" val="116549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Chaque phase du compilateur peut détecter des erreurs. Par exemple, l’analyse lexicale peut détecter des symboles inconnus, l’analyse syntaxique peut détecter des erreurs de structure, et l’analyse sémantique peut détecter des erreurs de type. Le but du compilateur n’est pas seulement de s’arrêter à la première erreur, mais d’essayer de continuer l’analyse pour signaler le maximum d’erreurs possible au programmeur.</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22</a:t>
            </a:fld>
            <a:endParaRPr lang="fr-FR"/>
          </a:p>
        </p:txBody>
      </p:sp>
    </p:spTree>
    <p:extLst>
      <p:ext uri="{BB962C8B-B14F-4D97-AF65-F5344CB8AC3E}">
        <p14:creationId xmlns:p14="http://schemas.microsoft.com/office/powerpoint/2010/main" val="2862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Après la compilation, il reste encore à assembler les différents fichiers objets et les bibliothèques. C’est le rôle du relieur. Le relieur produit un programme exécutable final en reliant toutes les parties nécessaires. Le chargeur, quant à lui, est responsable du chargement de ce programme en mémoire pour son exécution. </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23</a:t>
            </a:fld>
            <a:endParaRPr lang="fr-FR"/>
          </a:p>
        </p:txBody>
      </p:sp>
    </p:spTree>
    <p:extLst>
      <p:ext uri="{BB962C8B-B14F-4D97-AF65-F5344CB8AC3E}">
        <p14:creationId xmlns:p14="http://schemas.microsoft.com/office/powerpoint/2010/main" val="826775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Contrairement au compilateur, un interpréteur ne produit pas de programme cible. Il lit le programme source et l’exécute directement instruction par instruction. Les interpréteurs sont souvent utilisés pour les langages de script ou les langages de commande, comme le </a:t>
            </a:r>
            <a:r>
              <a:rPr lang="fr-FR" dirty="0" err="1"/>
              <a:t>shell</a:t>
            </a:r>
            <a:r>
              <a:rPr lang="fr-FR" dirty="0"/>
              <a:t> Unix. On peut donc résumer : le compilateur traduit puis exécute, tandis que l’interpréteur exécute directement.</a:t>
            </a:r>
          </a:p>
        </p:txBody>
      </p:sp>
      <p:sp>
        <p:nvSpPr>
          <p:cNvPr id="4" name="Espace réservé du numéro de diapositive 3"/>
          <p:cNvSpPr>
            <a:spLocks noGrp="1"/>
          </p:cNvSpPr>
          <p:nvPr>
            <p:ph type="sldNum" sz="quarter" idx="5"/>
          </p:nvPr>
        </p:nvSpPr>
        <p:spPr/>
        <p:txBody>
          <a:bodyPr/>
          <a:lstStyle/>
          <a:p>
            <a:fld id="{199C5C84-BEC1-4584-A3C7-7A86430D0E60}" type="slidenum">
              <a:rPr lang="fr-FR" smtClean="0"/>
              <a:t>24</a:t>
            </a:fld>
            <a:endParaRPr lang="fr-FR"/>
          </a:p>
        </p:txBody>
      </p:sp>
    </p:spTree>
    <p:extLst>
      <p:ext uri="{BB962C8B-B14F-4D97-AF65-F5344CB8AC3E}">
        <p14:creationId xmlns:p14="http://schemas.microsoft.com/office/powerpoint/2010/main" val="2962331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D60A80-2FBF-08C9-522F-0E6547301EAE}"/>
              </a:ext>
            </a:extLst>
          </p:cNvPr>
          <p:cNvSpPr>
            <a:spLocks noGrp="1"/>
          </p:cNvSpPr>
          <p:nvPr>
            <p:ph type="ctrTitle"/>
          </p:nvPr>
        </p:nvSpPr>
        <p:spPr>
          <a:xfrm>
            <a:off x="1336675" y="1237717"/>
            <a:ext cx="8020050" cy="2632992"/>
          </a:xfrm>
        </p:spPr>
        <p:txBody>
          <a:bodyPr anchor="b"/>
          <a:lstStyle>
            <a:lvl1pPr algn="ctr">
              <a:defRPr sz="5263"/>
            </a:lvl1pPr>
          </a:lstStyle>
          <a:p>
            <a:r>
              <a:rPr lang="fr-FR"/>
              <a:t>Modifiez le style du titre</a:t>
            </a:r>
          </a:p>
        </p:txBody>
      </p:sp>
      <p:sp>
        <p:nvSpPr>
          <p:cNvPr id="3" name="Sous-titre 2">
            <a:extLst>
              <a:ext uri="{FF2B5EF4-FFF2-40B4-BE49-F238E27FC236}">
                <a16:creationId xmlns:a16="http://schemas.microsoft.com/office/drawing/2014/main" id="{610B9B75-3E68-0037-9C42-D36845EECBAB}"/>
              </a:ext>
            </a:extLst>
          </p:cNvPr>
          <p:cNvSpPr>
            <a:spLocks noGrp="1"/>
          </p:cNvSpPr>
          <p:nvPr>
            <p:ph type="subTitle" idx="1"/>
          </p:nvPr>
        </p:nvSpPr>
        <p:spPr>
          <a:xfrm>
            <a:off x="1336675" y="3972247"/>
            <a:ext cx="8020050" cy="1825938"/>
          </a:xfrm>
        </p:spPr>
        <p:txBody>
          <a:bodyPr/>
          <a:lstStyle>
            <a:lvl1pPr marL="0" indent="0" algn="ctr">
              <a:buNone/>
              <a:defRPr sz="2105"/>
            </a:lvl1pPr>
            <a:lvl2pPr marL="401010" indent="0" algn="ctr">
              <a:buNone/>
              <a:defRPr sz="1754"/>
            </a:lvl2pPr>
            <a:lvl3pPr marL="802020" indent="0" algn="ctr">
              <a:buNone/>
              <a:defRPr sz="1579"/>
            </a:lvl3pPr>
            <a:lvl4pPr marL="1203030" indent="0" algn="ctr">
              <a:buNone/>
              <a:defRPr sz="1403"/>
            </a:lvl4pPr>
            <a:lvl5pPr marL="1604040" indent="0" algn="ctr">
              <a:buNone/>
              <a:defRPr sz="1403"/>
            </a:lvl5pPr>
            <a:lvl6pPr marL="2005051" indent="0" algn="ctr">
              <a:buNone/>
              <a:defRPr sz="1403"/>
            </a:lvl6pPr>
            <a:lvl7pPr marL="2406061" indent="0" algn="ctr">
              <a:buNone/>
              <a:defRPr sz="1403"/>
            </a:lvl7pPr>
            <a:lvl8pPr marL="2807071" indent="0" algn="ctr">
              <a:buNone/>
              <a:defRPr sz="1403"/>
            </a:lvl8pPr>
            <a:lvl9pPr marL="3208081" indent="0" algn="ctr">
              <a:buNone/>
              <a:defRPr sz="1403"/>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0855ECB-77DE-2F3F-FB8F-FDA5C957D7F9}"/>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5" name="Espace réservé du pied de page 4">
            <a:extLst>
              <a:ext uri="{FF2B5EF4-FFF2-40B4-BE49-F238E27FC236}">
                <a16:creationId xmlns:a16="http://schemas.microsoft.com/office/drawing/2014/main" id="{3E04E845-4982-6CE4-9CAE-B889EF57B97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3599D3F-CD31-BC77-BF4D-9E0D944D675A}"/>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3530595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793CCF-A28E-CFF7-FDBF-7C2BD3CA1B1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9675192-6AA8-AED0-D576-300DFBA68AF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23EE124-0BE6-0E41-4B2B-FA5544D069F7}"/>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5" name="Espace réservé du pied de page 4">
            <a:extLst>
              <a:ext uri="{FF2B5EF4-FFF2-40B4-BE49-F238E27FC236}">
                <a16:creationId xmlns:a16="http://schemas.microsoft.com/office/drawing/2014/main" id="{74645470-53CB-FF25-3A9D-BF0D509318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72A4FFC-61FA-AE20-C569-21E18EB32E4F}"/>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1091455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22230F-FA5A-A690-4570-88DBE28C5FA7}"/>
              </a:ext>
            </a:extLst>
          </p:cNvPr>
          <p:cNvSpPr>
            <a:spLocks noGrp="1"/>
          </p:cNvSpPr>
          <p:nvPr>
            <p:ph type="title"/>
          </p:nvPr>
        </p:nvSpPr>
        <p:spPr>
          <a:xfrm>
            <a:off x="729602" y="1885462"/>
            <a:ext cx="9223058" cy="3145935"/>
          </a:xfrm>
        </p:spPr>
        <p:txBody>
          <a:bodyPr anchor="b"/>
          <a:lstStyle>
            <a:lvl1pPr>
              <a:defRPr sz="5263"/>
            </a:lvl1pPr>
          </a:lstStyle>
          <a:p>
            <a:r>
              <a:rPr lang="fr-FR"/>
              <a:t>Modifiez le style du titre</a:t>
            </a:r>
          </a:p>
        </p:txBody>
      </p:sp>
      <p:sp>
        <p:nvSpPr>
          <p:cNvPr id="3" name="Espace réservé du texte 2">
            <a:extLst>
              <a:ext uri="{FF2B5EF4-FFF2-40B4-BE49-F238E27FC236}">
                <a16:creationId xmlns:a16="http://schemas.microsoft.com/office/drawing/2014/main" id="{F1867B73-6496-B94A-C4F0-A3C1B27A33BB}"/>
              </a:ext>
            </a:extLst>
          </p:cNvPr>
          <p:cNvSpPr>
            <a:spLocks noGrp="1"/>
          </p:cNvSpPr>
          <p:nvPr>
            <p:ph type="body" idx="1"/>
          </p:nvPr>
        </p:nvSpPr>
        <p:spPr>
          <a:xfrm>
            <a:off x="729602" y="5061158"/>
            <a:ext cx="9223058" cy="1654373"/>
          </a:xfrm>
        </p:spPr>
        <p:txBody>
          <a:bodyPr/>
          <a:lstStyle>
            <a:lvl1pPr marL="0" indent="0">
              <a:buNone/>
              <a:defRPr sz="2105">
                <a:solidFill>
                  <a:schemeClr val="tx1">
                    <a:tint val="75000"/>
                  </a:schemeClr>
                </a:solidFill>
              </a:defRPr>
            </a:lvl1pPr>
            <a:lvl2pPr marL="401010" indent="0">
              <a:buNone/>
              <a:defRPr sz="1754">
                <a:solidFill>
                  <a:schemeClr val="tx1">
                    <a:tint val="75000"/>
                  </a:schemeClr>
                </a:solidFill>
              </a:defRPr>
            </a:lvl2pPr>
            <a:lvl3pPr marL="802020" indent="0">
              <a:buNone/>
              <a:defRPr sz="1579">
                <a:solidFill>
                  <a:schemeClr val="tx1">
                    <a:tint val="75000"/>
                  </a:schemeClr>
                </a:solidFill>
              </a:defRPr>
            </a:lvl3pPr>
            <a:lvl4pPr marL="1203030" indent="0">
              <a:buNone/>
              <a:defRPr sz="1403">
                <a:solidFill>
                  <a:schemeClr val="tx1">
                    <a:tint val="75000"/>
                  </a:schemeClr>
                </a:solidFill>
              </a:defRPr>
            </a:lvl4pPr>
            <a:lvl5pPr marL="1604040" indent="0">
              <a:buNone/>
              <a:defRPr sz="1403">
                <a:solidFill>
                  <a:schemeClr val="tx1">
                    <a:tint val="75000"/>
                  </a:schemeClr>
                </a:solidFill>
              </a:defRPr>
            </a:lvl5pPr>
            <a:lvl6pPr marL="2005051" indent="0">
              <a:buNone/>
              <a:defRPr sz="1403">
                <a:solidFill>
                  <a:schemeClr val="tx1">
                    <a:tint val="75000"/>
                  </a:schemeClr>
                </a:solidFill>
              </a:defRPr>
            </a:lvl6pPr>
            <a:lvl7pPr marL="2406061" indent="0">
              <a:buNone/>
              <a:defRPr sz="1403">
                <a:solidFill>
                  <a:schemeClr val="tx1">
                    <a:tint val="75000"/>
                  </a:schemeClr>
                </a:solidFill>
              </a:defRPr>
            </a:lvl7pPr>
            <a:lvl8pPr marL="2807071" indent="0">
              <a:buNone/>
              <a:defRPr sz="1403">
                <a:solidFill>
                  <a:schemeClr val="tx1">
                    <a:tint val="75000"/>
                  </a:schemeClr>
                </a:solidFill>
              </a:defRPr>
            </a:lvl8pPr>
            <a:lvl9pPr marL="3208081" indent="0">
              <a:buNone/>
              <a:defRPr sz="1403">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61AEB2B-AC0A-7A26-A2F5-875A85115C27}"/>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5" name="Espace réservé du pied de page 4">
            <a:extLst>
              <a:ext uri="{FF2B5EF4-FFF2-40B4-BE49-F238E27FC236}">
                <a16:creationId xmlns:a16="http://schemas.microsoft.com/office/drawing/2014/main" id="{1D9237A3-3214-6281-BF19-E0E0BCFBF52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5CD6B7-7C9D-886C-22DB-2870379BDF9F}"/>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1396574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249A62-D5B6-C0A8-DE76-8585D777FCA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DF747F2-FFF1-2D8A-9740-322EF534FABC}"/>
              </a:ext>
            </a:extLst>
          </p:cNvPr>
          <p:cNvSpPr>
            <a:spLocks noGrp="1"/>
          </p:cNvSpPr>
          <p:nvPr>
            <p:ph sz="half" idx="1"/>
          </p:nvPr>
        </p:nvSpPr>
        <p:spPr>
          <a:xfrm>
            <a:off x="735171" y="2013259"/>
            <a:ext cx="4544695" cy="47985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F852F15-FFE3-3254-0402-2F4BD1B2F26E}"/>
              </a:ext>
            </a:extLst>
          </p:cNvPr>
          <p:cNvSpPr>
            <a:spLocks noGrp="1"/>
          </p:cNvSpPr>
          <p:nvPr>
            <p:ph sz="half" idx="2"/>
          </p:nvPr>
        </p:nvSpPr>
        <p:spPr>
          <a:xfrm>
            <a:off x="5413534" y="2013259"/>
            <a:ext cx="4544695" cy="47985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8883B19-3171-5217-5099-B2318BC87293}"/>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6" name="Espace réservé du pied de page 5">
            <a:extLst>
              <a:ext uri="{FF2B5EF4-FFF2-40B4-BE49-F238E27FC236}">
                <a16:creationId xmlns:a16="http://schemas.microsoft.com/office/drawing/2014/main" id="{73CCD718-7A63-AFF8-22A8-AF82AD86344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5BF49EB-1AD4-85E8-2B4B-038A80DB2E90}"/>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4228558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5EF881-0C8B-67ED-70EF-96BD8DD95016}"/>
              </a:ext>
            </a:extLst>
          </p:cNvPr>
          <p:cNvSpPr>
            <a:spLocks noGrp="1"/>
          </p:cNvSpPr>
          <p:nvPr>
            <p:ph type="title"/>
          </p:nvPr>
        </p:nvSpPr>
        <p:spPr>
          <a:xfrm>
            <a:off x="736564" y="402652"/>
            <a:ext cx="9223058" cy="1461801"/>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3D7AB92-2858-4833-8FFD-D7B5DD28DEB4}"/>
              </a:ext>
            </a:extLst>
          </p:cNvPr>
          <p:cNvSpPr>
            <a:spLocks noGrp="1"/>
          </p:cNvSpPr>
          <p:nvPr>
            <p:ph type="body" idx="1"/>
          </p:nvPr>
        </p:nvSpPr>
        <p:spPr>
          <a:xfrm>
            <a:off x="736565" y="1853949"/>
            <a:ext cx="4523809" cy="908592"/>
          </a:xfrm>
        </p:spPr>
        <p:txBody>
          <a:bodyPr anchor="b"/>
          <a:lstStyle>
            <a:lvl1pPr marL="0" indent="0">
              <a:buNone/>
              <a:defRPr sz="2105" b="1"/>
            </a:lvl1pPr>
            <a:lvl2pPr marL="401010" indent="0">
              <a:buNone/>
              <a:defRPr sz="1754" b="1"/>
            </a:lvl2pPr>
            <a:lvl3pPr marL="802020" indent="0">
              <a:buNone/>
              <a:defRPr sz="1579" b="1"/>
            </a:lvl3pPr>
            <a:lvl4pPr marL="1203030" indent="0">
              <a:buNone/>
              <a:defRPr sz="1403" b="1"/>
            </a:lvl4pPr>
            <a:lvl5pPr marL="1604040" indent="0">
              <a:buNone/>
              <a:defRPr sz="1403" b="1"/>
            </a:lvl5pPr>
            <a:lvl6pPr marL="2005051" indent="0">
              <a:buNone/>
              <a:defRPr sz="1403" b="1"/>
            </a:lvl6pPr>
            <a:lvl7pPr marL="2406061" indent="0">
              <a:buNone/>
              <a:defRPr sz="1403" b="1"/>
            </a:lvl7pPr>
            <a:lvl8pPr marL="2807071" indent="0">
              <a:buNone/>
              <a:defRPr sz="1403" b="1"/>
            </a:lvl8pPr>
            <a:lvl9pPr marL="3208081" indent="0">
              <a:buNone/>
              <a:defRPr sz="1403"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689F270-1606-AB7A-B849-E8D4FFA02FBF}"/>
              </a:ext>
            </a:extLst>
          </p:cNvPr>
          <p:cNvSpPr>
            <a:spLocks noGrp="1"/>
          </p:cNvSpPr>
          <p:nvPr>
            <p:ph sz="half" idx="2"/>
          </p:nvPr>
        </p:nvSpPr>
        <p:spPr>
          <a:xfrm>
            <a:off x="736565" y="2762541"/>
            <a:ext cx="4523809" cy="40632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1644AC6-9431-6C42-A2FA-07A49056B258}"/>
              </a:ext>
            </a:extLst>
          </p:cNvPr>
          <p:cNvSpPr>
            <a:spLocks noGrp="1"/>
          </p:cNvSpPr>
          <p:nvPr>
            <p:ph type="body" sz="quarter" idx="3"/>
          </p:nvPr>
        </p:nvSpPr>
        <p:spPr>
          <a:xfrm>
            <a:off x="5413534" y="1853949"/>
            <a:ext cx="4546088" cy="908592"/>
          </a:xfrm>
        </p:spPr>
        <p:txBody>
          <a:bodyPr anchor="b"/>
          <a:lstStyle>
            <a:lvl1pPr marL="0" indent="0">
              <a:buNone/>
              <a:defRPr sz="2105" b="1"/>
            </a:lvl1pPr>
            <a:lvl2pPr marL="401010" indent="0">
              <a:buNone/>
              <a:defRPr sz="1754" b="1"/>
            </a:lvl2pPr>
            <a:lvl3pPr marL="802020" indent="0">
              <a:buNone/>
              <a:defRPr sz="1579" b="1"/>
            </a:lvl3pPr>
            <a:lvl4pPr marL="1203030" indent="0">
              <a:buNone/>
              <a:defRPr sz="1403" b="1"/>
            </a:lvl4pPr>
            <a:lvl5pPr marL="1604040" indent="0">
              <a:buNone/>
              <a:defRPr sz="1403" b="1"/>
            </a:lvl5pPr>
            <a:lvl6pPr marL="2005051" indent="0">
              <a:buNone/>
              <a:defRPr sz="1403" b="1"/>
            </a:lvl6pPr>
            <a:lvl7pPr marL="2406061" indent="0">
              <a:buNone/>
              <a:defRPr sz="1403" b="1"/>
            </a:lvl7pPr>
            <a:lvl8pPr marL="2807071" indent="0">
              <a:buNone/>
              <a:defRPr sz="1403" b="1"/>
            </a:lvl8pPr>
            <a:lvl9pPr marL="3208081" indent="0">
              <a:buNone/>
              <a:defRPr sz="1403"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E78CBE3-3BB8-39AF-AC69-7C0B51B9B71E}"/>
              </a:ext>
            </a:extLst>
          </p:cNvPr>
          <p:cNvSpPr>
            <a:spLocks noGrp="1"/>
          </p:cNvSpPr>
          <p:nvPr>
            <p:ph sz="quarter" idx="4"/>
          </p:nvPr>
        </p:nvSpPr>
        <p:spPr>
          <a:xfrm>
            <a:off x="5413534" y="2762541"/>
            <a:ext cx="4546088" cy="40632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A03452A-D244-DFF3-FE31-81817CEF50E5}"/>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8" name="Espace réservé du pied de page 7">
            <a:extLst>
              <a:ext uri="{FF2B5EF4-FFF2-40B4-BE49-F238E27FC236}">
                <a16:creationId xmlns:a16="http://schemas.microsoft.com/office/drawing/2014/main" id="{36B7FA5D-CB40-41FA-C391-9E77D1DDEA9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890C990-52F2-7FFE-3B77-FAEF1CC42581}"/>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1551860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FB0F3E-ED66-1522-29D9-F1BE78511EC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F3E49DCF-BB61-0002-67A9-4937AAD20CF3}"/>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4" name="Espace réservé du pied de page 3">
            <a:extLst>
              <a:ext uri="{FF2B5EF4-FFF2-40B4-BE49-F238E27FC236}">
                <a16:creationId xmlns:a16="http://schemas.microsoft.com/office/drawing/2014/main" id="{5086C8ED-E4D8-F488-39D8-3497AA14F0C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40C0D12-A6EA-8133-79ED-777DD15FE98D}"/>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2495401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CB86BB9-0D5A-DE66-04D3-F8ADB88931E7}"/>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3" name="Espace réservé du pied de page 2">
            <a:extLst>
              <a:ext uri="{FF2B5EF4-FFF2-40B4-BE49-F238E27FC236}">
                <a16:creationId xmlns:a16="http://schemas.microsoft.com/office/drawing/2014/main" id="{E64833E9-FE73-A387-3F13-57E34653B9C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8F030C9-620A-BD87-7005-58A376820B13}"/>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3246440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ECACAC-69A1-A84A-38F7-783187C47519}"/>
              </a:ext>
            </a:extLst>
          </p:cNvPr>
          <p:cNvSpPr>
            <a:spLocks noGrp="1"/>
          </p:cNvSpPr>
          <p:nvPr>
            <p:ph type="title"/>
          </p:nvPr>
        </p:nvSpPr>
        <p:spPr>
          <a:xfrm>
            <a:off x="736564" y="504190"/>
            <a:ext cx="3448900" cy="1764665"/>
          </a:xfrm>
        </p:spPr>
        <p:txBody>
          <a:bodyPr anchor="b"/>
          <a:lstStyle>
            <a:lvl1pPr>
              <a:defRPr sz="2807"/>
            </a:lvl1pPr>
          </a:lstStyle>
          <a:p>
            <a:r>
              <a:rPr lang="fr-FR"/>
              <a:t>Modifiez le style du titre</a:t>
            </a:r>
          </a:p>
        </p:txBody>
      </p:sp>
      <p:sp>
        <p:nvSpPr>
          <p:cNvPr id="3" name="Espace réservé du contenu 2">
            <a:extLst>
              <a:ext uri="{FF2B5EF4-FFF2-40B4-BE49-F238E27FC236}">
                <a16:creationId xmlns:a16="http://schemas.microsoft.com/office/drawing/2014/main" id="{EFADADED-6CCE-E26A-D790-30E86ACFEDFD}"/>
              </a:ext>
            </a:extLst>
          </p:cNvPr>
          <p:cNvSpPr>
            <a:spLocks noGrp="1"/>
          </p:cNvSpPr>
          <p:nvPr>
            <p:ph idx="1"/>
          </p:nvPr>
        </p:nvSpPr>
        <p:spPr>
          <a:xfrm>
            <a:off x="4546088" y="1088911"/>
            <a:ext cx="5413534" cy="5374525"/>
          </a:xfrm>
        </p:spPr>
        <p:txBody>
          <a:bodyPr/>
          <a:lstStyle>
            <a:lvl1pPr>
              <a:defRPr sz="2807"/>
            </a:lvl1pPr>
            <a:lvl2pPr>
              <a:defRPr sz="2456"/>
            </a:lvl2pPr>
            <a:lvl3pPr>
              <a:defRPr sz="2105"/>
            </a:lvl3pPr>
            <a:lvl4pPr>
              <a:defRPr sz="1754"/>
            </a:lvl4pPr>
            <a:lvl5pPr>
              <a:defRPr sz="1754"/>
            </a:lvl5pPr>
            <a:lvl6pPr>
              <a:defRPr sz="1754"/>
            </a:lvl6pPr>
            <a:lvl7pPr>
              <a:defRPr sz="1754"/>
            </a:lvl7pPr>
            <a:lvl8pPr>
              <a:defRPr sz="1754"/>
            </a:lvl8pPr>
            <a:lvl9pPr>
              <a:defRPr sz="1754"/>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A742258-B926-EB3D-9442-1954A6DEA021}"/>
              </a:ext>
            </a:extLst>
          </p:cNvPr>
          <p:cNvSpPr>
            <a:spLocks noGrp="1"/>
          </p:cNvSpPr>
          <p:nvPr>
            <p:ph type="body" sz="half" idx="2"/>
          </p:nvPr>
        </p:nvSpPr>
        <p:spPr>
          <a:xfrm>
            <a:off x="736564" y="2268855"/>
            <a:ext cx="3448900" cy="4203335"/>
          </a:xfrm>
        </p:spPr>
        <p:txBody>
          <a:bodyPr/>
          <a:lstStyle>
            <a:lvl1pPr marL="0" indent="0">
              <a:buNone/>
              <a:defRPr sz="1403"/>
            </a:lvl1pPr>
            <a:lvl2pPr marL="401010" indent="0">
              <a:buNone/>
              <a:defRPr sz="1228"/>
            </a:lvl2pPr>
            <a:lvl3pPr marL="802020" indent="0">
              <a:buNone/>
              <a:defRPr sz="1053"/>
            </a:lvl3pPr>
            <a:lvl4pPr marL="1203030" indent="0">
              <a:buNone/>
              <a:defRPr sz="877"/>
            </a:lvl4pPr>
            <a:lvl5pPr marL="1604040" indent="0">
              <a:buNone/>
              <a:defRPr sz="877"/>
            </a:lvl5pPr>
            <a:lvl6pPr marL="2005051" indent="0">
              <a:buNone/>
              <a:defRPr sz="877"/>
            </a:lvl6pPr>
            <a:lvl7pPr marL="2406061" indent="0">
              <a:buNone/>
              <a:defRPr sz="877"/>
            </a:lvl7pPr>
            <a:lvl8pPr marL="2807071" indent="0">
              <a:buNone/>
              <a:defRPr sz="877"/>
            </a:lvl8pPr>
            <a:lvl9pPr marL="3208081" indent="0">
              <a:buNone/>
              <a:defRPr sz="877"/>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614CD12-53B6-C459-A1FA-ED520B8C4500}"/>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6" name="Espace réservé du pied de page 5">
            <a:extLst>
              <a:ext uri="{FF2B5EF4-FFF2-40B4-BE49-F238E27FC236}">
                <a16:creationId xmlns:a16="http://schemas.microsoft.com/office/drawing/2014/main" id="{4E447FF1-CB9B-1D70-CF72-52C42C4CD09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27345F0-447A-5536-98D3-1402204505BA}"/>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1809649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8B7EA1-71FC-86EB-E30A-46A4256904F2}"/>
              </a:ext>
            </a:extLst>
          </p:cNvPr>
          <p:cNvSpPr>
            <a:spLocks noGrp="1"/>
          </p:cNvSpPr>
          <p:nvPr>
            <p:ph type="title"/>
          </p:nvPr>
        </p:nvSpPr>
        <p:spPr>
          <a:xfrm>
            <a:off x="736564" y="504190"/>
            <a:ext cx="3448900" cy="1764665"/>
          </a:xfrm>
        </p:spPr>
        <p:txBody>
          <a:bodyPr anchor="b"/>
          <a:lstStyle>
            <a:lvl1pPr>
              <a:defRPr sz="2807"/>
            </a:lvl1pPr>
          </a:lstStyle>
          <a:p>
            <a:r>
              <a:rPr lang="fr-FR"/>
              <a:t>Modifiez le style du titre</a:t>
            </a:r>
          </a:p>
        </p:txBody>
      </p:sp>
      <p:sp>
        <p:nvSpPr>
          <p:cNvPr id="3" name="Espace réservé pour une image  2">
            <a:extLst>
              <a:ext uri="{FF2B5EF4-FFF2-40B4-BE49-F238E27FC236}">
                <a16:creationId xmlns:a16="http://schemas.microsoft.com/office/drawing/2014/main" id="{2206DB32-31DC-9DC9-9280-08304647378A}"/>
              </a:ext>
            </a:extLst>
          </p:cNvPr>
          <p:cNvSpPr>
            <a:spLocks noGrp="1"/>
          </p:cNvSpPr>
          <p:nvPr>
            <p:ph type="pic" idx="1"/>
          </p:nvPr>
        </p:nvSpPr>
        <p:spPr>
          <a:xfrm>
            <a:off x="4546088" y="1088911"/>
            <a:ext cx="5413534" cy="5374525"/>
          </a:xfrm>
        </p:spPr>
        <p:txBody>
          <a:bodyPr/>
          <a:lstStyle>
            <a:lvl1pPr marL="0" indent="0">
              <a:buNone/>
              <a:defRPr sz="2807"/>
            </a:lvl1pPr>
            <a:lvl2pPr marL="401010" indent="0">
              <a:buNone/>
              <a:defRPr sz="2456"/>
            </a:lvl2pPr>
            <a:lvl3pPr marL="802020" indent="0">
              <a:buNone/>
              <a:defRPr sz="2105"/>
            </a:lvl3pPr>
            <a:lvl4pPr marL="1203030" indent="0">
              <a:buNone/>
              <a:defRPr sz="1754"/>
            </a:lvl4pPr>
            <a:lvl5pPr marL="1604040" indent="0">
              <a:buNone/>
              <a:defRPr sz="1754"/>
            </a:lvl5pPr>
            <a:lvl6pPr marL="2005051" indent="0">
              <a:buNone/>
              <a:defRPr sz="1754"/>
            </a:lvl6pPr>
            <a:lvl7pPr marL="2406061" indent="0">
              <a:buNone/>
              <a:defRPr sz="1754"/>
            </a:lvl7pPr>
            <a:lvl8pPr marL="2807071" indent="0">
              <a:buNone/>
              <a:defRPr sz="1754"/>
            </a:lvl8pPr>
            <a:lvl9pPr marL="3208081" indent="0">
              <a:buNone/>
              <a:defRPr sz="1754"/>
            </a:lvl9pPr>
          </a:lstStyle>
          <a:p>
            <a:endParaRPr lang="fr-FR"/>
          </a:p>
        </p:txBody>
      </p:sp>
      <p:sp>
        <p:nvSpPr>
          <p:cNvPr id="4" name="Espace réservé du texte 3">
            <a:extLst>
              <a:ext uri="{FF2B5EF4-FFF2-40B4-BE49-F238E27FC236}">
                <a16:creationId xmlns:a16="http://schemas.microsoft.com/office/drawing/2014/main" id="{C48B443F-2A3E-BD82-5293-612B17504AC7}"/>
              </a:ext>
            </a:extLst>
          </p:cNvPr>
          <p:cNvSpPr>
            <a:spLocks noGrp="1"/>
          </p:cNvSpPr>
          <p:nvPr>
            <p:ph type="body" sz="half" idx="2"/>
          </p:nvPr>
        </p:nvSpPr>
        <p:spPr>
          <a:xfrm>
            <a:off x="736564" y="2268855"/>
            <a:ext cx="3448900" cy="4203335"/>
          </a:xfrm>
        </p:spPr>
        <p:txBody>
          <a:bodyPr/>
          <a:lstStyle>
            <a:lvl1pPr marL="0" indent="0">
              <a:buNone/>
              <a:defRPr sz="1403"/>
            </a:lvl1pPr>
            <a:lvl2pPr marL="401010" indent="0">
              <a:buNone/>
              <a:defRPr sz="1228"/>
            </a:lvl2pPr>
            <a:lvl3pPr marL="802020" indent="0">
              <a:buNone/>
              <a:defRPr sz="1053"/>
            </a:lvl3pPr>
            <a:lvl4pPr marL="1203030" indent="0">
              <a:buNone/>
              <a:defRPr sz="877"/>
            </a:lvl4pPr>
            <a:lvl5pPr marL="1604040" indent="0">
              <a:buNone/>
              <a:defRPr sz="877"/>
            </a:lvl5pPr>
            <a:lvl6pPr marL="2005051" indent="0">
              <a:buNone/>
              <a:defRPr sz="877"/>
            </a:lvl6pPr>
            <a:lvl7pPr marL="2406061" indent="0">
              <a:buNone/>
              <a:defRPr sz="877"/>
            </a:lvl7pPr>
            <a:lvl8pPr marL="2807071" indent="0">
              <a:buNone/>
              <a:defRPr sz="877"/>
            </a:lvl8pPr>
            <a:lvl9pPr marL="3208081" indent="0">
              <a:buNone/>
              <a:defRPr sz="877"/>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FC47335-58D9-0BEB-1E84-ACB28C5E7A33}"/>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6" name="Espace réservé du pied de page 5">
            <a:extLst>
              <a:ext uri="{FF2B5EF4-FFF2-40B4-BE49-F238E27FC236}">
                <a16:creationId xmlns:a16="http://schemas.microsoft.com/office/drawing/2014/main" id="{44FEB885-4F64-ECA8-D3F9-31A63E3384E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20F641B-3D9E-86B4-1801-EF637C60BF18}"/>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1204669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438A4D-1001-2982-5EE9-FB51325286F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5403887-5FC1-5A86-4BA4-1FC75DA17E7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1AA03B7-E6EA-9779-A839-C44D5C28C37B}"/>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5" name="Espace réservé du pied de page 4">
            <a:extLst>
              <a:ext uri="{FF2B5EF4-FFF2-40B4-BE49-F238E27FC236}">
                <a16:creationId xmlns:a16="http://schemas.microsoft.com/office/drawing/2014/main" id="{3AEAE73D-653A-4C17-8A63-63108BD26FF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6E3792B-89CB-6C9B-2EB3-E32202510542}"/>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3576985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2199F34-6610-98AE-221D-996C7DD050A8}"/>
              </a:ext>
            </a:extLst>
          </p:cNvPr>
          <p:cNvSpPr>
            <a:spLocks noGrp="1"/>
          </p:cNvSpPr>
          <p:nvPr>
            <p:ph type="title" orient="vert"/>
          </p:nvPr>
        </p:nvSpPr>
        <p:spPr>
          <a:xfrm>
            <a:off x="7652465" y="402652"/>
            <a:ext cx="2305764" cy="6409166"/>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D0B2B00-55B4-4982-A6CA-A1EE306F0BC1}"/>
              </a:ext>
            </a:extLst>
          </p:cNvPr>
          <p:cNvSpPr>
            <a:spLocks noGrp="1"/>
          </p:cNvSpPr>
          <p:nvPr>
            <p:ph type="body" orient="vert" idx="1"/>
          </p:nvPr>
        </p:nvSpPr>
        <p:spPr>
          <a:xfrm>
            <a:off x="735171" y="402652"/>
            <a:ext cx="6783626" cy="6409166"/>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FEFF7BA-E154-4716-7E8C-AAFE76C705DA}"/>
              </a:ext>
            </a:extLst>
          </p:cNvPr>
          <p:cNvSpPr>
            <a:spLocks noGrp="1"/>
          </p:cNvSpPr>
          <p:nvPr>
            <p:ph type="dt" sz="half" idx="10"/>
          </p:nvPr>
        </p:nvSpPr>
        <p:spPr/>
        <p:txBody>
          <a:bodyPr/>
          <a:lstStyle/>
          <a:p>
            <a:fld id="{BAD50FF8-81C6-4043-A295-C48E422B5807}" type="datetimeFigureOut">
              <a:rPr lang="fr-FR" smtClean="0"/>
              <a:t>04/02/2026</a:t>
            </a:fld>
            <a:endParaRPr lang="fr-FR"/>
          </a:p>
        </p:txBody>
      </p:sp>
      <p:sp>
        <p:nvSpPr>
          <p:cNvPr id="5" name="Espace réservé du pied de page 4">
            <a:extLst>
              <a:ext uri="{FF2B5EF4-FFF2-40B4-BE49-F238E27FC236}">
                <a16:creationId xmlns:a16="http://schemas.microsoft.com/office/drawing/2014/main" id="{C3D14B0B-365B-1EB3-C53B-B10FF44E80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EDB8483-CE25-8DA6-5C3C-DE0EC4441139}"/>
              </a:ext>
            </a:extLst>
          </p:cNvPr>
          <p:cNvSpPr>
            <a:spLocks noGrp="1"/>
          </p:cNvSpPr>
          <p:nvPr>
            <p:ph type="sldNum" sz="quarter" idx="12"/>
          </p:nvPr>
        </p:nvSpPr>
        <p:spPr/>
        <p:txBody>
          <a:bodyPr/>
          <a:lstStyle/>
          <a:p>
            <a:fld id="{8429AE9B-FCC3-4C33-98AE-7DDE5B1DB7EC}" type="slidenum">
              <a:rPr lang="fr-FR" smtClean="0"/>
              <a:t>‹N°›</a:t>
            </a:fld>
            <a:endParaRPr lang="fr-FR"/>
          </a:p>
        </p:txBody>
      </p:sp>
    </p:spTree>
    <p:extLst>
      <p:ext uri="{BB962C8B-B14F-4D97-AF65-F5344CB8AC3E}">
        <p14:creationId xmlns:p14="http://schemas.microsoft.com/office/powerpoint/2010/main" val="16458294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34670" y="302514"/>
            <a:ext cx="9624060" cy="121005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534670" y="1739455"/>
            <a:ext cx="9624060"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CBD2026-24EE-9F14-3186-5DD3562A0CF7}"/>
              </a:ext>
            </a:extLst>
          </p:cNvPr>
          <p:cNvSpPr>
            <a:spLocks noGrp="1"/>
          </p:cNvSpPr>
          <p:nvPr>
            <p:ph type="title"/>
          </p:nvPr>
        </p:nvSpPr>
        <p:spPr>
          <a:xfrm>
            <a:off x="735171" y="402652"/>
            <a:ext cx="9223058" cy="1461801"/>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D700BA-7371-CBF4-2F09-F52D5B688071}"/>
              </a:ext>
            </a:extLst>
          </p:cNvPr>
          <p:cNvSpPr>
            <a:spLocks noGrp="1"/>
          </p:cNvSpPr>
          <p:nvPr>
            <p:ph type="body" idx="1"/>
          </p:nvPr>
        </p:nvSpPr>
        <p:spPr>
          <a:xfrm>
            <a:off x="735171" y="2013259"/>
            <a:ext cx="9223058" cy="479855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998AA5-6584-A237-039F-92CF27DE341B}"/>
              </a:ext>
            </a:extLst>
          </p:cNvPr>
          <p:cNvSpPr>
            <a:spLocks noGrp="1"/>
          </p:cNvSpPr>
          <p:nvPr>
            <p:ph type="dt" sz="half" idx="2"/>
          </p:nvPr>
        </p:nvSpPr>
        <p:spPr>
          <a:xfrm>
            <a:off x="735171" y="7009642"/>
            <a:ext cx="2406015" cy="402652"/>
          </a:xfrm>
          <a:prstGeom prst="rect">
            <a:avLst/>
          </a:prstGeom>
        </p:spPr>
        <p:txBody>
          <a:bodyPr vert="horz" lIns="91440" tIns="45720" rIns="91440" bIns="45720" rtlCol="0" anchor="ctr"/>
          <a:lstStyle>
            <a:lvl1pPr algn="l">
              <a:defRPr sz="1053">
                <a:solidFill>
                  <a:schemeClr val="tx1">
                    <a:tint val="75000"/>
                  </a:schemeClr>
                </a:solidFill>
              </a:defRPr>
            </a:lvl1pPr>
          </a:lstStyle>
          <a:p>
            <a:fld id="{BAD50FF8-81C6-4043-A295-C48E422B5807}" type="datetimeFigureOut">
              <a:rPr lang="fr-FR" smtClean="0"/>
              <a:t>04/02/2026</a:t>
            </a:fld>
            <a:endParaRPr lang="fr-FR"/>
          </a:p>
        </p:txBody>
      </p:sp>
      <p:sp>
        <p:nvSpPr>
          <p:cNvPr id="5" name="Espace réservé du pied de page 4">
            <a:extLst>
              <a:ext uri="{FF2B5EF4-FFF2-40B4-BE49-F238E27FC236}">
                <a16:creationId xmlns:a16="http://schemas.microsoft.com/office/drawing/2014/main" id="{FFB58BB4-2B1B-60A0-BD8A-5E2F01A33F18}"/>
              </a:ext>
            </a:extLst>
          </p:cNvPr>
          <p:cNvSpPr>
            <a:spLocks noGrp="1"/>
          </p:cNvSpPr>
          <p:nvPr>
            <p:ph type="ftr" sz="quarter" idx="3"/>
          </p:nvPr>
        </p:nvSpPr>
        <p:spPr>
          <a:xfrm>
            <a:off x="3542189" y="7009642"/>
            <a:ext cx="3609023" cy="402652"/>
          </a:xfrm>
          <a:prstGeom prst="rect">
            <a:avLst/>
          </a:prstGeom>
        </p:spPr>
        <p:txBody>
          <a:bodyPr vert="horz" lIns="91440" tIns="45720" rIns="91440" bIns="45720" rtlCol="0" anchor="ctr"/>
          <a:lstStyle>
            <a:lvl1pPr algn="ctr">
              <a:defRPr sz="1053">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EEE6002-8374-91AC-A11E-2CA546592447}"/>
              </a:ext>
            </a:extLst>
          </p:cNvPr>
          <p:cNvSpPr>
            <a:spLocks noGrp="1"/>
          </p:cNvSpPr>
          <p:nvPr>
            <p:ph type="sldNum" sz="quarter" idx="4"/>
          </p:nvPr>
        </p:nvSpPr>
        <p:spPr>
          <a:xfrm>
            <a:off x="7552214" y="7009642"/>
            <a:ext cx="2406015" cy="402652"/>
          </a:xfrm>
          <a:prstGeom prst="rect">
            <a:avLst/>
          </a:prstGeom>
        </p:spPr>
        <p:txBody>
          <a:bodyPr vert="horz" lIns="91440" tIns="45720" rIns="91440" bIns="45720" rtlCol="0" anchor="ctr"/>
          <a:lstStyle>
            <a:lvl1pPr algn="r">
              <a:defRPr sz="1053">
                <a:solidFill>
                  <a:schemeClr val="tx1">
                    <a:tint val="75000"/>
                  </a:schemeClr>
                </a:solidFill>
              </a:defRPr>
            </a:lvl1pPr>
          </a:lstStyle>
          <a:p>
            <a:fld id="{8429AE9B-FCC3-4C33-98AE-7DDE5B1DB7EC}" type="slidenum">
              <a:rPr lang="fr-FR" smtClean="0"/>
              <a:t>‹N°›</a:t>
            </a:fld>
            <a:endParaRPr lang="fr-FR"/>
          </a:p>
        </p:txBody>
      </p:sp>
    </p:spTree>
    <p:extLst>
      <p:ext uri="{BB962C8B-B14F-4D97-AF65-F5344CB8AC3E}">
        <p14:creationId xmlns:p14="http://schemas.microsoft.com/office/powerpoint/2010/main" val="406588514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802020" rtl="0" eaLnBrk="1" latinLnBrk="0" hangingPunct="1">
        <a:lnSpc>
          <a:spcPct val="90000"/>
        </a:lnSpc>
        <a:spcBef>
          <a:spcPct val="0"/>
        </a:spcBef>
        <a:buNone/>
        <a:defRPr sz="3859" kern="1200">
          <a:solidFill>
            <a:schemeClr val="tx1"/>
          </a:solidFill>
          <a:latin typeface="+mj-lt"/>
          <a:ea typeface="+mj-ea"/>
          <a:cs typeface="+mj-cs"/>
        </a:defRPr>
      </a:lvl1pPr>
    </p:titleStyle>
    <p:bodyStyle>
      <a:lvl1pPr marL="200505" indent="-200505" algn="l" defTabSz="802020" rtl="0" eaLnBrk="1" latinLnBrk="0" hangingPunct="1">
        <a:lnSpc>
          <a:spcPct val="90000"/>
        </a:lnSpc>
        <a:spcBef>
          <a:spcPts val="877"/>
        </a:spcBef>
        <a:buFont typeface="Arial" panose="020B0604020202020204" pitchFamily="34" charset="0"/>
        <a:buChar char="•"/>
        <a:defRPr sz="2456" kern="1200">
          <a:solidFill>
            <a:schemeClr val="tx1"/>
          </a:solidFill>
          <a:latin typeface="+mn-lt"/>
          <a:ea typeface="+mn-ea"/>
          <a:cs typeface="+mn-cs"/>
        </a:defRPr>
      </a:lvl1pPr>
      <a:lvl2pPr marL="601515" indent="-200505" algn="l" defTabSz="802020" rtl="0" eaLnBrk="1" latinLnBrk="0" hangingPunct="1">
        <a:lnSpc>
          <a:spcPct val="90000"/>
        </a:lnSpc>
        <a:spcBef>
          <a:spcPts val="439"/>
        </a:spcBef>
        <a:buFont typeface="Arial" panose="020B0604020202020204" pitchFamily="34" charset="0"/>
        <a:buChar char="•"/>
        <a:defRPr sz="2105" kern="1200">
          <a:solidFill>
            <a:schemeClr val="tx1"/>
          </a:solidFill>
          <a:latin typeface="+mn-lt"/>
          <a:ea typeface="+mn-ea"/>
          <a:cs typeface="+mn-cs"/>
        </a:defRPr>
      </a:lvl2pPr>
      <a:lvl3pPr marL="1002525" indent="-200505" algn="l" defTabSz="802020" rtl="0" eaLnBrk="1" latinLnBrk="0" hangingPunct="1">
        <a:lnSpc>
          <a:spcPct val="90000"/>
        </a:lnSpc>
        <a:spcBef>
          <a:spcPts val="439"/>
        </a:spcBef>
        <a:buFont typeface="Arial" panose="020B0604020202020204" pitchFamily="34" charset="0"/>
        <a:buChar char="•"/>
        <a:defRPr sz="1754" kern="1200">
          <a:solidFill>
            <a:schemeClr val="tx1"/>
          </a:solidFill>
          <a:latin typeface="+mn-lt"/>
          <a:ea typeface="+mn-ea"/>
          <a:cs typeface="+mn-cs"/>
        </a:defRPr>
      </a:lvl3pPr>
      <a:lvl4pPr marL="1403535"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4pPr>
      <a:lvl5pPr marL="180454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5pPr>
      <a:lvl6pPr marL="220555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6pPr>
      <a:lvl7pPr marL="260656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7pPr>
      <a:lvl8pPr marL="300757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8pPr>
      <a:lvl9pPr marL="340858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9pPr>
    </p:bodyStyle>
    <p:otherStyle>
      <a:defPPr>
        <a:defRPr lang="fr-FR"/>
      </a:defPPr>
      <a:lvl1pPr marL="0" algn="l" defTabSz="802020" rtl="0" eaLnBrk="1" latinLnBrk="0" hangingPunct="1">
        <a:defRPr sz="1579" kern="1200">
          <a:solidFill>
            <a:schemeClr val="tx1"/>
          </a:solidFill>
          <a:latin typeface="+mn-lt"/>
          <a:ea typeface="+mn-ea"/>
          <a:cs typeface="+mn-cs"/>
        </a:defRPr>
      </a:lvl1pPr>
      <a:lvl2pPr marL="401010" algn="l" defTabSz="802020" rtl="0" eaLnBrk="1" latinLnBrk="0" hangingPunct="1">
        <a:defRPr sz="1579" kern="1200">
          <a:solidFill>
            <a:schemeClr val="tx1"/>
          </a:solidFill>
          <a:latin typeface="+mn-lt"/>
          <a:ea typeface="+mn-ea"/>
          <a:cs typeface="+mn-cs"/>
        </a:defRPr>
      </a:lvl2pPr>
      <a:lvl3pPr marL="802020" algn="l" defTabSz="802020" rtl="0" eaLnBrk="1" latinLnBrk="0" hangingPunct="1">
        <a:defRPr sz="1579" kern="1200">
          <a:solidFill>
            <a:schemeClr val="tx1"/>
          </a:solidFill>
          <a:latin typeface="+mn-lt"/>
          <a:ea typeface="+mn-ea"/>
          <a:cs typeface="+mn-cs"/>
        </a:defRPr>
      </a:lvl3pPr>
      <a:lvl4pPr marL="1203030" algn="l" defTabSz="802020" rtl="0" eaLnBrk="1" latinLnBrk="0" hangingPunct="1">
        <a:defRPr sz="1579" kern="1200">
          <a:solidFill>
            <a:schemeClr val="tx1"/>
          </a:solidFill>
          <a:latin typeface="+mn-lt"/>
          <a:ea typeface="+mn-ea"/>
          <a:cs typeface="+mn-cs"/>
        </a:defRPr>
      </a:lvl4pPr>
      <a:lvl5pPr marL="1604040" algn="l" defTabSz="802020" rtl="0" eaLnBrk="1" latinLnBrk="0" hangingPunct="1">
        <a:defRPr sz="1579" kern="1200">
          <a:solidFill>
            <a:schemeClr val="tx1"/>
          </a:solidFill>
          <a:latin typeface="+mn-lt"/>
          <a:ea typeface="+mn-ea"/>
          <a:cs typeface="+mn-cs"/>
        </a:defRPr>
      </a:lvl5pPr>
      <a:lvl6pPr marL="2005051" algn="l" defTabSz="802020" rtl="0" eaLnBrk="1" latinLnBrk="0" hangingPunct="1">
        <a:defRPr sz="1579" kern="1200">
          <a:solidFill>
            <a:schemeClr val="tx1"/>
          </a:solidFill>
          <a:latin typeface="+mn-lt"/>
          <a:ea typeface="+mn-ea"/>
          <a:cs typeface="+mn-cs"/>
        </a:defRPr>
      </a:lvl6pPr>
      <a:lvl7pPr marL="2406061" algn="l" defTabSz="802020" rtl="0" eaLnBrk="1" latinLnBrk="0" hangingPunct="1">
        <a:defRPr sz="1579" kern="1200">
          <a:solidFill>
            <a:schemeClr val="tx1"/>
          </a:solidFill>
          <a:latin typeface="+mn-lt"/>
          <a:ea typeface="+mn-ea"/>
          <a:cs typeface="+mn-cs"/>
        </a:defRPr>
      </a:lvl7pPr>
      <a:lvl8pPr marL="2807071" algn="l" defTabSz="802020" rtl="0" eaLnBrk="1" latinLnBrk="0" hangingPunct="1">
        <a:defRPr sz="1579" kern="1200">
          <a:solidFill>
            <a:schemeClr val="tx1"/>
          </a:solidFill>
          <a:latin typeface="+mn-lt"/>
          <a:ea typeface="+mn-ea"/>
          <a:cs typeface="+mn-cs"/>
        </a:defRPr>
      </a:lvl8pPr>
      <a:lvl9pPr marL="3208081" algn="l" defTabSz="802020" rtl="0" eaLnBrk="1" latinLnBrk="0" hangingPunct="1">
        <a:defRPr sz="157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39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62AE0B-F53D-CC31-854C-D1C5BECCC92D}"/>
              </a:ext>
            </a:extLst>
          </p:cNvPr>
          <p:cNvSpPr>
            <a:spLocks noGrp="1"/>
          </p:cNvSpPr>
          <p:nvPr>
            <p:ph type="ctrTitle"/>
          </p:nvPr>
        </p:nvSpPr>
        <p:spPr/>
        <p:txBody>
          <a:bodyPr/>
          <a:lstStyle/>
          <a:p>
            <a:endParaRPr lang="fr-FR"/>
          </a:p>
        </p:txBody>
      </p:sp>
      <p:sp>
        <p:nvSpPr>
          <p:cNvPr id="6" name="ZoneTexte 5">
            <a:extLst>
              <a:ext uri="{FF2B5EF4-FFF2-40B4-BE49-F238E27FC236}">
                <a16:creationId xmlns:a16="http://schemas.microsoft.com/office/drawing/2014/main" id="{DD7BCADB-0C45-D807-B148-7C2E192004BF}"/>
              </a:ext>
            </a:extLst>
          </p:cNvPr>
          <p:cNvSpPr txBox="1"/>
          <p:nvPr/>
        </p:nvSpPr>
        <p:spPr>
          <a:xfrm>
            <a:off x="0" y="4836843"/>
            <a:ext cx="10693400" cy="956159"/>
          </a:xfrm>
          <a:prstGeom prst="rect">
            <a:avLst/>
          </a:prstGeom>
          <a:noFill/>
          <a:ln>
            <a:solidFill>
              <a:srgbClr val="0070C0"/>
            </a:solidFill>
          </a:ln>
        </p:spPr>
        <p:txBody>
          <a:bodyPr wrap="square" rtlCol="0">
            <a:spAutoFit/>
          </a:bodyPr>
          <a:lstStyle/>
          <a:p>
            <a:pPr algn="ctr" defTabSz="802020" rtl="0"/>
            <a:r>
              <a:rPr lang="fr-FR" sz="2105" kern="1200" dirty="0">
                <a:solidFill>
                  <a:prstClr val="white"/>
                </a:solidFill>
                <a:latin typeface="Calibri" panose="020F0502020204030204"/>
                <a:ea typeface="+mn-ea"/>
                <a:cs typeface="+mn-cs"/>
              </a:rPr>
              <a:t>Pr. Dr. Imane LASRI</a:t>
            </a:r>
          </a:p>
          <a:p>
            <a:pPr algn="ctr" defTabSz="802020" rtl="0"/>
            <a:r>
              <a:rPr lang="fr-FR" sz="1754" kern="1200" dirty="0">
                <a:solidFill>
                  <a:prstClr val="white"/>
                </a:solidFill>
                <a:latin typeface="Calibri" panose="020F0502020204030204"/>
                <a:ea typeface="+mn-ea"/>
                <a:cs typeface="+mn-cs"/>
              </a:rPr>
              <a:t>École Nationale Supérieure d'Arts et Métiers (ENSAM) Rabat</a:t>
            </a:r>
          </a:p>
          <a:p>
            <a:pPr algn="ctr" defTabSz="802020" rtl="0"/>
            <a:r>
              <a:rPr lang="fr-FR" sz="1754" kern="1200" dirty="0">
                <a:solidFill>
                  <a:prstClr val="white"/>
                </a:solidFill>
                <a:latin typeface="Calibri" panose="020F0502020204030204"/>
                <a:ea typeface="+mn-ea"/>
                <a:cs typeface="+mn-cs"/>
              </a:rPr>
              <a:t>Université Mohammed V de Rabat </a:t>
            </a:r>
          </a:p>
        </p:txBody>
      </p:sp>
      <p:pic>
        <p:nvPicPr>
          <p:cNvPr id="8" name="Image 7">
            <a:extLst>
              <a:ext uri="{FF2B5EF4-FFF2-40B4-BE49-F238E27FC236}">
                <a16:creationId xmlns:a16="http://schemas.microsoft.com/office/drawing/2014/main" id="{2C971587-E813-F36F-80FE-034AD6424A96}"/>
              </a:ext>
            </a:extLst>
          </p:cNvPr>
          <p:cNvPicPr>
            <a:picLocks noChangeAspect="1"/>
          </p:cNvPicPr>
          <p:nvPr/>
        </p:nvPicPr>
        <p:blipFill>
          <a:blip r:embed="rId3"/>
          <a:srcRect b="17486"/>
          <a:stretch>
            <a:fillRect/>
          </a:stretch>
        </p:blipFill>
        <p:spPr>
          <a:xfrm>
            <a:off x="0" y="773907"/>
            <a:ext cx="10693400" cy="3236118"/>
          </a:xfrm>
          <a:prstGeom prst="rect">
            <a:avLst/>
          </a:prstGeom>
        </p:spPr>
      </p:pic>
      <p:pic>
        <p:nvPicPr>
          <p:cNvPr id="12" name="Image 11">
            <a:extLst>
              <a:ext uri="{FF2B5EF4-FFF2-40B4-BE49-F238E27FC236}">
                <a16:creationId xmlns:a16="http://schemas.microsoft.com/office/drawing/2014/main" id="{07CF4A37-BA3A-754F-9C65-AC37D13D04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17126" y="773906"/>
            <a:ext cx="1176274" cy="1176274"/>
          </a:xfrm>
          <a:prstGeom prst="rect">
            <a:avLst/>
          </a:prstGeom>
        </p:spPr>
      </p:pic>
    </p:spTree>
    <p:extLst>
      <p:ext uri="{BB962C8B-B14F-4D97-AF65-F5344CB8AC3E}">
        <p14:creationId xmlns:p14="http://schemas.microsoft.com/office/powerpoint/2010/main" val="390188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75955" y="965327"/>
            <a:ext cx="10416047" cy="56295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0744200" cy="7562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14859"/>
            <a:ext cx="10693400" cy="75925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0938510" cy="78559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3500" y="-56896"/>
            <a:ext cx="11078210" cy="76197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6510" y="-14161"/>
            <a:ext cx="10709910" cy="75911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26130"/>
            <a:ext cx="10862310" cy="76151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0693400" cy="7562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9010"/>
            <a:ext cx="10693400" cy="75442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750" y="-20846"/>
            <a:ext cx="10756900" cy="762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3500" y="-28575"/>
            <a:ext cx="10820400" cy="762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19867"/>
            <a:ext cx="10744200" cy="753509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39700" y="-257175"/>
            <a:ext cx="10833100" cy="7848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2700" y="0"/>
            <a:ext cx="10668000" cy="7543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9850" y="-17255"/>
            <a:ext cx="10833100" cy="760867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750" y="-104775"/>
            <a:ext cx="10756900" cy="7772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500" y="-104775"/>
            <a:ext cx="10820400" cy="76676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0693400" cy="75628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0693400" cy="75628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0693400" cy="75628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0693400" cy="75628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0693400" cy="75628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0756900" cy="75628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1424" y="1054894"/>
            <a:ext cx="10610578" cy="561311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125" y="1001395"/>
            <a:ext cx="10373877" cy="555726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3548" y="1127478"/>
            <a:ext cx="10528454" cy="546864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0928" y="1191706"/>
            <a:ext cx="10421074" cy="525405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6745" y="1021334"/>
            <a:ext cx="10215257" cy="551738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149175"/>
            <a:ext cx="10454402" cy="534103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5776" y="1091007"/>
            <a:ext cx="10183799" cy="545698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064260"/>
            <a:ext cx="10692003" cy="543166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056894"/>
            <a:ext cx="10692003" cy="544626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3461" y="1104519"/>
            <a:ext cx="10392748" cy="551332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5485" y="1132971"/>
            <a:ext cx="10095538" cy="537311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1715" y="1025398"/>
            <a:ext cx="10340127" cy="550938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1111" y="1154675"/>
            <a:ext cx="10012447" cy="531915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1296" y="1151932"/>
            <a:ext cx="10246301" cy="53338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866" y="1009904"/>
            <a:ext cx="10373136" cy="554024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8618" y="1125696"/>
            <a:ext cx="10229296" cy="543802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988" y="1054858"/>
            <a:ext cx="10205099" cy="5445371"/>
          </a:xfrm>
          <a:prstGeom prst="rect">
            <a:avLst/>
          </a:prstGeom>
        </p:spPr>
      </p:pic>
      <p:pic>
        <p:nvPicPr>
          <p:cNvPr id="4" name="Image 3">
            <a:extLst>
              <a:ext uri="{FF2B5EF4-FFF2-40B4-BE49-F238E27FC236}">
                <a16:creationId xmlns:a16="http://schemas.microsoft.com/office/drawing/2014/main" id="{6B5E2449-955C-089E-E0F2-9A1D36DDCA7C}"/>
              </a:ext>
            </a:extLst>
          </p:cNvPr>
          <p:cNvPicPr>
            <a:picLocks noChangeAspect="1"/>
          </p:cNvPicPr>
          <p:nvPr/>
        </p:nvPicPr>
        <p:blipFill>
          <a:blip r:embed="rId3"/>
          <a:stretch>
            <a:fillRect/>
          </a:stretch>
        </p:blipFill>
        <p:spPr>
          <a:xfrm>
            <a:off x="0" y="2050571"/>
            <a:ext cx="10693400" cy="34617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6528</TotalTime>
  <Words>1560</Words>
  <Application>Microsoft Office PowerPoint</Application>
  <PresentationFormat>Personnalisé</PresentationFormat>
  <Paragraphs>40</Paragraphs>
  <Slides>41</Slides>
  <Notes>19</Notes>
  <HiddenSlides>0</HiddenSlides>
  <MMClips>0</MMClips>
  <ScaleCrop>false</ScaleCrop>
  <HeadingPairs>
    <vt:vector size="6" baseType="variant">
      <vt:variant>
        <vt:lpstr>Polices utilisées</vt:lpstr>
      </vt:variant>
      <vt:variant>
        <vt:i4>3</vt:i4>
      </vt:variant>
      <vt:variant>
        <vt:lpstr>Thème</vt:lpstr>
      </vt:variant>
      <vt:variant>
        <vt:i4>2</vt:i4>
      </vt:variant>
      <vt:variant>
        <vt:lpstr>Titres des diapositives</vt:lpstr>
      </vt:variant>
      <vt:variant>
        <vt:i4>41</vt:i4>
      </vt:variant>
    </vt:vector>
  </HeadingPairs>
  <TitlesOfParts>
    <vt:vector size="46" baseType="lpstr">
      <vt:lpstr>Arial</vt:lpstr>
      <vt:lpstr>Calibri</vt:lpstr>
      <vt:lpstr>Calibri Light</vt:lpstr>
      <vt:lpstr>Office Theme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LENOVO</cp:lastModifiedBy>
  <cp:revision>7</cp:revision>
  <dcterms:created xsi:type="dcterms:W3CDTF">2026-02-11T03:12:14Z</dcterms:created>
  <dcterms:modified xsi:type="dcterms:W3CDTF">2026-02-15T16:00:35Z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2026-02-11T00:00:00Z</vt:filetime>
  </property>
  <property fmtid="{D5CDD505-2E9C-101B-9397-08002B2CF9AE}" pid="3" name="LastSaved">
    <vt:filetime>2026-02-11T00:00:00Z</vt:filetime>
  </property>
</Properties>
</file>