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120" d="100"/>
          <a:sy n="120" d="100"/>
        </p:scale>
        <p:origin x="-804" y="-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3980E-CBDC-4308-7A48-679D66918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5A1868-7648-0943-24CE-D475BB9C2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0AA67A-35CF-EA11-CC3B-1E123D9E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F9A39A-71F7-D5F2-6732-EA298835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5D50B-39DD-E308-86B3-2A174329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68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C7F54-9861-FE5C-358B-A9923CF4C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09A7E9-A85C-7AD4-7BF7-34A579B17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70089D-5476-9978-2D05-F5F0F505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124C4D-9DEB-3522-3BB2-BF64EE9A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02D3FE-8F0D-FCE5-53CB-7B54D61B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29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3F077-2462-999A-BE40-618441A8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22413E-C45D-C59D-B190-312F6D932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0157F2-AD83-CC80-A099-9CF0FAF6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B9043-5CEE-89FC-0C47-CCD1F7C1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179062-E45D-0AA7-4F2A-DEA2280E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13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C6FF0-EF6B-EF35-67E1-CCD5352D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20DF09-5BB5-67B4-1566-705575F83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3F7059-DAE3-23FF-46D4-252C0D5CF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CFE932-E51F-B62B-1A2A-4D3E2E19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08F926-DE8A-D672-4B3E-148D5649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2B1B05-9D79-361E-43BE-98B14040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23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42617-FDBA-15B5-2EEC-49F6EC0C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BC39A-7908-3713-A816-B5E397F44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7FF5B4-B1DD-F1B2-2C74-5B2639C1D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3145734-2D65-689E-0DB4-A9924C5B8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A99A9D-A656-E5E1-6192-3C9561E32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E0277A6-5DB9-FBE3-F42C-110E4A1E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8FAB6A-7090-7696-0819-D27BA502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9F2CDBB-58C1-8B47-CA00-E4437C56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49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BF9DB5-9413-0ECA-6979-FAAF0056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587522-0922-AF4C-7DB9-CD34538E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147443-E047-971E-4997-FEFD01AF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94598C-B2FA-4752-39C6-5258AD1C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69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4155AE2-2487-4547-EA12-50F5CFE6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7B92E2-AC5B-61AD-B79C-57653A35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D9A3BB-6AEB-E2B3-C3D7-46EF386F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1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21050-8E79-5FA8-6C1E-E5EF7CD2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8341B3-2536-C0DC-95C5-26F07122A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45C35B-6E7C-0C0D-B01B-5FA4F3A62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D1A5A9-0C90-0DB2-C4AC-4EA6416F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D41A54-BE04-32CA-B510-2EEE9CD9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18E4DC-F224-4014-4AD6-2EF695E1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7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21F71-A9B3-51C7-AFF2-19B999BF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49CE64-E08F-0FDD-7009-2B77A6491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824E30-993E-30C5-FFBF-4934A1250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4CD73C-20C3-1B74-9F5B-6D71ADAF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B33749-D3E1-965C-250B-83C7E427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8D23A3-6114-136C-10E0-A87DF176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09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8BEC6-7D17-A6C5-B5F3-960E22C1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EABF6E-887E-45DB-F6DC-09ED75CF3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9E599A-4490-62F2-7250-9892124A1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BC194B-4071-477B-30AF-AD2AFA6B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B5FDAA-223B-639D-13F0-071F9884F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5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176BE9-89B6-7A6F-3D11-6ECAE8B57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E9090B-E274-04A4-A873-2DA2E749D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61DB79-5E8F-E5A8-A935-56E891FE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5460F5-D5A9-0EF8-A8A2-39C46B43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2EB467-59E7-939A-B533-B1A06D2B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50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028868-25A3-28CC-58FE-377E73E0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11025-B52A-9BE0-634B-FD3E3F22B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151F3F-8B2D-ED23-6082-5F8F256DC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674A8-6E6B-4D6C-99C7-25BDD5A7B860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FE374B-8838-AAFB-1898-4B809F4E7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B4C5D3-7FFE-0687-F564-9B22081BD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F9EA6-458D-40C2-B7A0-82525554A1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09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9CC3EAB-3A23-83E9-34D3-D42FE7E6A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62" y="566737"/>
            <a:ext cx="738187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03065F2-72FE-BF04-2686-35EDF88B7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728" y="623887"/>
            <a:ext cx="7292543" cy="5376863"/>
          </a:xfrm>
        </p:spPr>
      </p:pic>
    </p:spTree>
    <p:extLst>
      <p:ext uri="{BB962C8B-B14F-4D97-AF65-F5344CB8AC3E}">
        <p14:creationId xmlns:p14="http://schemas.microsoft.com/office/powerpoint/2010/main" val="256128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1DCD147-BB59-441C-5F8B-5CB75BF23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5" y="300065"/>
            <a:ext cx="8546820" cy="5957859"/>
          </a:xfrm>
        </p:spPr>
      </p:pic>
    </p:spTree>
    <p:extLst>
      <p:ext uri="{BB962C8B-B14F-4D97-AF65-F5344CB8AC3E}">
        <p14:creationId xmlns:p14="http://schemas.microsoft.com/office/powerpoint/2010/main" val="2515277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1AB8774-6EAD-6ACD-DA8C-7CFD8E725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619125"/>
            <a:ext cx="7733036" cy="55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20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5EABBEB-32CC-DEB7-26CB-E5A7572D3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600075"/>
            <a:ext cx="75819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36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F3D6E5-CD47-27D1-60CA-45A70B68F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976" y="628650"/>
            <a:ext cx="7804349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D1C401-55EB-FE63-A314-D03AB1246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470" y="328613"/>
            <a:ext cx="7598199" cy="5476875"/>
          </a:xfrm>
        </p:spPr>
      </p:pic>
    </p:spTree>
    <p:extLst>
      <p:ext uri="{BB962C8B-B14F-4D97-AF65-F5344CB8AC3E}">
        <p14:creationId xmlns:p14="http://schemas.microsoft.com/office/powerpoint/2010/main" val="296590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5C01541-058C-1BF0-4029-526F7B03A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728662"/>
            <a:ext cx="75628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39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D685EC0-7391-C200-5140-FC760017D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62" y="676275"/>
            <a:ext cx="75342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027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2026-04-01T13:04:54Z</dcterms:created>
  <dcterms:modified xsi:type="dcterms:W3CDTF">2026-04-01T13:12:38Z</dcterms:modified>
</cp:coreProperties>
</file>